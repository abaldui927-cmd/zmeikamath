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2" r:id="rId3"/>
    <p:sldId id="263" r:id="rId4"/>
    <p:sldId id="264" r:id="rId5"/>
    <p:sldId id="265" r:id="rId6"/>
    <p:sldId id="268" r:id="rId7"/>
    <p:sldId id="269" r:id="rId8"/>
    <p:sldId id="266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 Medium" panose="020B0604020202020204" charset="-52"/>
      <p:regular r:id="rId15"/>
      <p:bold r:id="rId16"/>
      <p:italic r:id="rId17"/>
      <p:boldItalic r:id="rId18"/>
    </p:embeddedFont>
    <p:embeddedFont>
      <p:font typeface="Montserrat ExtraBold" panose="020B0604020202020204" charset="-52"/>
      <p:bold r:id="rId19"/>
      <p:boldItalic r:id="rId20"/>
    </p:embeddedFont>
    <p:embeddedFont>
      <p:font typeface="Russo One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90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86450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ef5312c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ef5312c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0ef5312c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0ef5312c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0ef5312c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0ef5312c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ef5312c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ef5312c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ef5312c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ef5312c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ef5312c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ef5312c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0ef5312c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0ef5312c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ithub.com/abaldui927-cmd/ZmeikaMath/blob/main/ZmeykaMath.p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github.com/abaldui927-cmd/ZmeikaMath/blob/main/ZmeykaMath.py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abaldui927-cmd/ZmeikaMath/blob/main/ZmeykaMath.py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5fc4ec047cd6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125" y="0"/>
            <a:ext cx="645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60972" y="1406584"/>
            <a:ext cx="6285600" cy="16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ИГРОВОГО </a:t>
            </a:r>
          </a:p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 tooltip="ZmeykaMath.py"/>
              </a:rPr>
              <a:t>ZmeykaMath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dirty="0" smtClean="0">
                <a:solidFill>
                  <a:schemeClr val="lt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ㅤㅤ</a:t>
            </a:r>
            <a:endParaRPr sz="2800" dirty="0">
              <a:solidFill>
                <a:schemeClr val="lt1"/>
              </a:solidFill>
              <a:highlight>
                <a:schemeClr val="lt1"/>
              </a:highlight>
              <a:latin typeface="Times New Roman" panose="02020603050405020304" pitchFamily="18" charset="0"/>
              <a:ea typeface="Russo One"/>
              <a:cs typeface="Times New Roman" panose="02020603050405020304" pitchFamily="18" charset="0"/>
              <a:sym typeface="Russo One"/>
            </a:endParaRPr>
          </a:p>
        </p:txBody>
      </p:sp>
      <p:pic>
        <p:nvPicPr>
          <p:cNvPr id="56" name="Google Shape;56;p13" title="Лого Куб Горизонтальный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25" y="82799"/>
            <a:ext cx="2466199" cy="116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616750" y="3806150"/>
            <a:ext cx="425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 smtClean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Минулин</a:t>
            </a:r>
            <a:r>
              <a:rPr lang="ru" sz="21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/>
            </a:r>
            <a:br>
              <a:rPr lang="ru" sz="21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</a:br>
            <a:r>
              <a:rPr lang="ru" sz="2100" dirty="0" smtClean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Дмитрий</a:t>
            </a:r>
            <a:endParaRPr sz="21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58" name="Google Shape;58;p13" title="Нац проекты России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3772" y="167810"/>
            <a:ext cx="1191376" cy="9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 rot="-5400000">
            <a:off x="-1937250" y="1937350"/>
            <a:ext cx="5166000" cy="12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ЦЕЛЬ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10" name="Google Shape;110;p19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800" y="203835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5184500" y="807825"/>
            <a:ext cx="3701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>
                <a:solidFill>
                  <a:srgbClr val="1C75B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Цель:</a:t>
            </a:r>
            <a:endParaRPr sz="3000" dirty="0">
              <a:solidFill>
                <a:srgbClr val="1C75B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991297" y="1582050"/>
            <a:ext cx="3701100" cy="30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игры «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 tooltip="ZmeykaMath.py"/>
              </a:rPr>
              <a:t>ZmeykaMath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на языке программирования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интегрированными математическими правилами, которые появляются в ходе игры. 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pic>
        <p:nvPicPr>
          <p:cNvPr id="113" name="Google Shape;113;p19" title="Лого Куб без надписи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09" y="686716"/>
            <a:ext cx="3381375" cy="3420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0" y="193800"/>
            <a:ext cx="9144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ЗАДАЧИ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27" name="Google Shape;127;p20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900" y="1406500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900" y="3025825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900" y="3025825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 title="Лого Куб без надписи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945220" y="1040666"/>
            <a:ext cx="774717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изучить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программирования на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библиотеку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создания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игр;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разработать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и структуру игры «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 tooltip="ZmeykaMath.py"/>
              </a:rPr>
              <a:t>ZmeykaMath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»;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реализовать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отображения математических правил и формул в процессе игры.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462650" y="0"/>
            <a:ext cx="47034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АКТУАЛЬНОСТЬ ПРОЕКТА</a:t>
            </a:r>
            <a:endParaRPr sz="26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37" name="Google Shape;137;p21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194100" y="3167875"/>
            <a:ext cx="87558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1800" dirty="0"/>
              <a:t>Игровое обучение (</a:t>
            </a:r>
            <a:r>
              <a:rPr lang="ru-RU" sz="1800" dirty="0" err="1"/>
              <a:t>геймификация</a:t>
            </a:r>
            <a:r>
              <a:rPr lang="ru-RU" sz="1800" dirty="0"/>
              <a:t>) повышает мотивацию и улучшает запоминание материала. Проект сочетает развлечение и пользу, помогая усваивать математику в увлекательной форме.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1" name="Google Shape;141;p21" title="Came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2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 title="Came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4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2" t="45833" r="38214" b="29688"/>
          <a:stretch/>
        </p:blipFill>
        <p:spPr bwMode="auto">
          <a:xfrm>
            <a:off x="1343025" y="1181988"/>
            <a:ext cx="64579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9144000" cy="175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0" y="1750800"/>
            <a:ext cx="8949900" cy="70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УНИКАЛЬНОСТЬ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194100" y="2313542"/>
            <a:ext cx="8811266" cy="255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разработанная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 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ZmeykaMath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сочетает классический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геймплей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змейки с интерактивным обучением математике, что выделяет её среди аналогичных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проектов;</a:t>
            </a:r>
          </a:p>
          <a:p>
            <a:pPr algn="just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в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отличие от стандартных «Змеек», 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ZmeykaMath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не просто развлекает, но и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обучает;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в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сравнении с другими обучающими играми, здесь 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математика — неотъемлемая часть механики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не сторонний элемент.</a:t>
            </a:r>
          </a:p>
          <a:p>
            <a:pPr marL="285750" indent="-285750" algn="just">
              <a:buFontTx/>
              <a:buChar char="-"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учителя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могут 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добавлять свои правила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через редактирование списка 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math_rules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buFontTx/>
              <a:buChar char="-"/>
            </a:pPr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ZmeykaMath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не просто игра, а 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инновационный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EdTech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-инструмент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превращающий изучение математики в увлекательный процесс.</a:t>
            </a:r>
          </a:p>
          <a:p>
            <a:pPr lvl="0" algn="just"/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pic>
        <p:nvPicPr>
          <p:cNvPr id="151" name="Google Shape;151;p22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8" y="4329649"/>
            <a:ext cx="625938" cy="6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3" t="28125" r="35598" b="23047"/>
          <a:stretch/>
        </p:blipFill>
        <p:spPr bwMode="auto">
          <a:xfrm>
            <a:off x="1471612" y="67157"/>
            <a:ext cx="6472238" cy="1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9144000" cy="117880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0" y="236421"/>
            <a:ext cx="8949900" cy="70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 игры</a:t>
            </a:r>
            <a:endParaRPr sz="2600" b="1" dirty="0">
              <a:solidFill>
                <a:schemeClr val="dk1"/>
              </a:solidFill>
              <a:latin typeface="Times New Roman" panose="02020603050405020304" pitchFamily="18" charset="0"/>
              <a:ea typeface="Russo One"/>
              <a:cs typeface="Times New Roman" panose="02020603050405020304" pitchFamily="18" charset="0"/>
              <a:sym typeface="Russo One"/>
            </a:endParaRPr>
          </a:p>
        </p:txBody>
      </p:sp>
      <p:pic>
        <p:nvPicPr>
          <p:cNvPr id="151" name="Google Shape;151;p22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8" y="432964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275803" y="1396943"/>
            <a:ext cx="872956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характеристики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движок: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разрешение экрана: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650×650 пикселей;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игровых объектов: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25×25 пикселей (сегменты змейки, яблоки);</a:t>
            </a:r>
          </a:p>
          <a:p>
            <a:pPr lvl="0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кадров: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FPS (низкая скорость для учебных целей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Цветовая палитра: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чёрный (фон);</a:t>
            </a: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белый (текст);</a:t>
            </a: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зелёный (змейка);</a:t>
            </a: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красный (яблоки);</a:t>
            </a: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синий (специальные элементы).</a:t>
            </a:r>
          </a:p>
        </p:txBody>
      </p:sp>
    </p:spTree>
    <p:extLst>
      <p:ext uri="{BB962C8B-B14F-4D97-AF65-F5344CB8AC3E}">
        <p14:creationId xmlns:p14="http://schemas.microsoft.com/office/powerpoint/2010/main" val="266784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9144000" cy="117880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0" y="236421"/>
            <a:ext cx="8949900" cy="70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 проекта</a:t>
            </a:r>
            <a:endParaRPr sz="2600" b="1" dirty="0">
              <a:solidFill>
                <a:schemeClr val="dk1"/>
              </a:solidFill>
              <a:latin typeface="Times New Roman" panose="02020603050405020304" pitchFamily="18" charset="0"/>
              <a:ea typeface="Russo One"/>
              <a:cs typeface="Times New Roman" panose="02020603050405020304" pitchFamily="18" charset="0"/>
              <a:sym typeface="Russo One"/>
            </a:endParaRPr>
          </a:p>
        </p:txBody>
      </p:sp>
      <p:pic>
        <p:nvPicPr>
          <p:cNvPr id="151" name="Google Shape;151;p22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8" y="4329649"/>
            <a:ext cx="625938" cy="6844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510670"/>
              </p:ext>
            </p:extLst>
          </p:nvPr>
        </p:nvGraphicFramePr>
        <p:xfrm>
          <a:off x="231356" y="1250556"/>
          <a:ext cx="8718543" cy="382665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906181"/>
                <a:gridCol w="2906181"/>
                <a:gridCol w="2906181"/>
              </a:tblGrid>
              <a:tr h="194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Направление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1004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 новых тем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Включение разделов: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Алгебра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Геометрия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Тригонометрия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Основы матанализа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Увеличение охвата учебной программы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</a:tr>
              <a:tr h="1101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уровней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Группировка формул по сложности: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Level 1: базовые операции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Level 2: степени/корни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Level 3: уравнения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Адаптивное обучение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</a:tr>
              <a:tr h="14625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Контекстные подсказки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Привязка правил к игровым ситуациям: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Формула скорости при ускорении</a:t>
                      </a:r>
                      <a:b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Площадь фигур при съедании соответствующих фруктов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Улучшение ассоциативного запоминания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41719" marR="41719" marT="16688" marB="16688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22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335" y="374526"/>
            <a:ext cx="1247326" cy="13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0" y="2045550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СПАСИБО ЗА ВНИМАНИЕ</a:t>
            </a:r>
            <a:endParaRPr sz="26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203</Words>
  <Application>Microsoft Office PowerPoint</Application>
  <PresentationFormat>Экран (16:9)</PresentationFormat>
  <Paragraphs>51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Times New Roman</vt:lpstr>
      <vt:lpstr>Calibri</vt:lpstr>
      <vt:lpstr>Montserrat Medium</vt:lpstr>
      <vt:lpstr>Montserrat ExtraBold</vt:lpstr>
      <vt:lpstr>Russo One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Сташок О.В.</dc:creator>
  <cp:lastModifiedBy>Сташок О.В.</cp:lastModifiedBy>
  <cp:revision>3</cp:revision>
  <dcterms:modified xsi:type="dcterms:W3CDTF">2026-03-27T13:02:11Z</dcterms:modified>
</cp:coreProperties>
</file>